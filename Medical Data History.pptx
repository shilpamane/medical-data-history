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0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4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5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79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2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4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12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5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4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9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0694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11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6372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87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43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6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3D943-2441-4C5C-91C8-BB60527860E4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060583B-AC66-4F36-8EFB-2870412C2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14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8B63-2B0F-4ABF-92AE-606E93236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809608" cy="1230220"/>
          </a:xfrm>
        </p:spPr>
        <p:txBody>
          <a:bodyPr/>
          <a:lstStyle/>
          <a:p>
            <a:pPr algn="ctr"/>
            <a:r>
              <a:rPr lang="en-US" b="1" u="sng" dirty="0"/>
              <a:t>Medical Data History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FB16FA-2E7F-4B9A-AA50-6897E489A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21257"/>
            <a:ext cx="9144000" cy="3879543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400" b="1" dirty="0"/>
              <a:t>Perform the Problem Queries:</a:t>
            </a:r>
          </a:p>
          <a:p>
            <a:pPr algn="l"/>
            <a:r>
              <a:rPr lang="en-US" sz="2400" dirty="0"/>
              <a:t>1. </a:t>
            </a:r>
            <a:r>
              <a:rPr lang="en-US" sz="2400" dirty="0">
                <a:solidFill>
                  <a:schemeClr val="tx1"/>
                </a:solidFill>
              </a:rPr>
              <a:t>Show first name, last name, and gender of patients who's gender is ‘M’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SELECT     </a:t>
            </a:r>
            <a:r>
              <a:rPr lang="en-US" sz="1400" dirty="0" err="1">
                <a:solidFill>
                  <a:schemeClr val="tx1"/>
                </a:solidFill>
              </a:rPr>
              <a:t>first_name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last_name</a:t>
            </a:r>
            <a:r>
              <a:rPr lang="en-US" sz="1400" dirty="0">
                <a:solidFill>
                  <a:schemeClr val="tx1"/>
                </a:solidFill>
              </a:rPr>
              <a:t>, gender FROM    patients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WHERE    gender = 'M'; </a:t>
            </a: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6C77C-D647-442E-9383-C645ECDFF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308" y="3597676"/>
            <a:ext cx="1845596" cy="26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B4F5B-BEBF-4F98-9DD0-EF09787A5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20"/>
            <a:ext cx="10515600" cy="64008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2. Show first name and last name of patients who does not have allergies.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SELECT     </a:t>
            </a:r>
            <a:r>
              <a:rPr lang="en-US" sz="1400" dirty="0" err="1">
                <a:solidFill>
                  <a:schemeClr val="tx1"/>
                </a:solidFill>
              </a:rPr>
              <a:t>first_name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last_name</a:t>
            </a:r>
            <a:r>
              <a:rPr lang="en-US" sz="1400" dirty="0">
                <a:solidFill>
                  <a:schemeClr val="tx1"/>
                </a:solidFill>
              </a:rPr>
              <a:t> FROM    patients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WHERE    allergies IS NULL;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3. Show first name of patients that start with the letter 'C’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select </a:t>
            </a:r>
            <a:r>
              <a:rPr lang="en-US" sz="1400" dirty="0" err="1">
                <a:solidFill>
                  <a:schemeClr val="tx1"/>
                </a:solidFill>
              </a:rPr>
              <a:t>first_name</a:t>
            </a:r>
            <a:r>
              <a:rPr lang="en-US" sz="1400" dirty="0">
                <a:solidFill>
                  <a:schemeClr val="tx1"/>
                </a:solidFill>
              </a:rPr>
              <a:t> from patients   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where </a:t>
            </a:r>
            <a:r>
              <a:rPr lang="en-US" sz="1400" dirty="0" err="1">
                <a:solidFill>
                  <a:schemeClr val="tx1"/>
                </a:solidFill>
              </a:rPr>
              <a:t>first_name</a:t>
            </a:r>
            <a:r>
              <a:rPr lang="en-US" sz="1400" dirty="0">
                <a:solidFill>
                  <a:schemeClr val="tx1"/>
                </a:solidFill>
              </a:rPr>
              <a:t> like 'c%’;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DD01A-0322-4A1F-95DF-22D309990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661" y="923337"/>
            <a:ext cx="1554038" cy="2333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A76B40-2101-4DF7-883A-28240F852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704" y="4152002"/>
            <a:ext cx="1412626" cy="251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0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40B9F-70CC-46E3-974C-57E9F3155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553"/>
            <a:ext cx="10515600" cy="5999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4. Show first name and last name of patients that weight within the range of 100 to 120 (inclusive)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1400" dirty="0"/>
              <a:t>SELECT     </a:t>
            </a:r>
            <a:r>
              <a:rPr lang="en-US" sz="1400" dirty="0" err="1"/>
              <a:t>first_name</a:t>
            </a:r>
            <a:r>
              <a:rPr lang="en-US" sz="1400" dirty="0"/>
              <a:t>, </a:t>
            </a:r>
            <a:r>
              <a:rPr lang="en-US" sz="1400" dirty="0" err="1"/>
              <a:t>last_name</a:t>
            </a:r>
            <a:r>
              <a:rPr lang="en-US" sz="1400" dirty="0"/>
              <a:t>, weight</a:t>
            </a:r>
          </a:p>
          <a:p>
            <a:pPr marL="0" indent="0">
              <a:buNone/>
            </a:pPr>
            <a:r>
              <a:rPr lang="en-US" sz="1400" dirty="0"/>
              <a:t>FROM    patients</a:t>
            </a:r>
          </a:p>
          <a:p>
            <a:pPr marL="0" indent="0">
              <a:buNone/>
            </a:pPr>
            <a:r>
              <a:rPr lang="en-US" sz="1400" dirty="0"/>
              <a:t>WHERE    weight BETWEEN 100 AND 120;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5. Update the patients table for the allergies column. If the patient's allergies is null then replace it with 'NKA’</a:t>
            </a:r>
          </a:p>
          <a:p>
            <a:pPr marL="0" indent="0">
              <a:buNone/>
            </a:pPr>
            <a:r>
              <a:rPr lang="en-US" sz="1400" dirty="0"/>
              <a:t>UPDATE patients </a:t>
            </a:r>
          </a:p>
          <a:p>
            <a:pPr marL="0" indent="0">
              <a:buNone/>
            </a:pPr>
            <a:r>
              <a:rPr lang="en-US" sz="1400" dirty="0"/>
              <a:t>SET allergies = 'NKA’ </a:t>
            </a:r>
          </a:p>
          <a:p>
            <a:pPr marL="0" indent="0">
              <a:buNone/>
            </a:pPr>
            <a:r>
              <a:rPr lang="en-US" sz="1400" dirty="0"/>
              <a:t>WHERE allergies IS NULL;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1F5981-5A4E-4B66-A4CE-EE4D70582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152" y="877689"/>
            <a:ext cx="2033589" cy="301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E4313C-AF82-4806-B475-DA9629087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13"/>
            <a:ext cx="10515600" cy="60261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6. Show first name and last name concatenated into one column to show their full name.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concat</a:t>
            </a:r>
            <a:r>
              <a:rPr lang="en-US" sz="1400" dirty="0"/>
              <a:t>(</a:t>
            </a:r>
            <a:r>
              <a:rPr lang="en-US" sz="1400" dirty="0" err="1"/>
              <a:t>first_name</a:t>
            </a:r>
            <a:r>
              <a:rPr lang="en-US" sz="1400" dirty="0"/>
              <a:t>, ' ' ,</a:t>
            </a:r>
            <a:r>
              <a:rPr lang="en-US" sz="1400" dirty="0" err="1"/>
              <a:t>last_name</a:t>
            </a:r>
            <a:r>
              <a:rPr lang="en-US" sz="1400" dirty="0"/>
              <a:t>) as </a:t>
            </a:r>
            <a:r>
              <a:rPr lang="en-US" sz="1400" dirty="0" err="1"/>
              <a:t>full_name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dirty="0"/>
              <a:t>from patients;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7. Show first name, last name, and the full province name of each patient.</a:t>
            </a:r>
          </a:p>
          <a:p>
            <a:pPr marL="0" indent="0">
              <a:buNone/>
            </a:pPr>
            <a:r>
              <a:rPr lang="en-US" sz="1400" dirty="0"/>
              <a:t>SELECT   </a:t>
            </a:r>
            <a:r>
              <a:rPr lang="en-US" sz="1400" dirty="0" err="1"/>
              <a:t>patients.first_name</a:t>
            </a:r>
            <a:r>
              <a:rPr lang="en-US" sz="1400" dirty="0"/>
              <a:t>,  </a:t>
            </a:r>
            <a:r>
              <a:rPr lang="en-US" sz="1400" dirty="0" err="1"/>
              <a:t>patients.last_name</a:t>
            </a:r>
            <a:r>
              <a:rPr lang="en-US" sz="1400" dirty="0"/>
              <a:t>,    </a:t>
            </a:r>
            <a:r>
              <a:rPr lang="en-US" sz="1400" dirty="0" err="1"/>
              <a:t>province_names.province_name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dirty="0"/>
              <a:t>FROM   patients </a:t>
            </a:r>
          </a:p>
          <a:p>
            <a:pPr marL="0" indent="0">
              <a:buNone/>
            </a:pPr>
            <a:r>
              <a:rPr lang="en-US" sz="1400" dirty="0"/>
              <a:t>JOIN   </a:t>
            </a:r>
            <a:r>
              <a:rPr lang="en-US" sz="1400" dirty="0" err="1"/>
              <a:t>province_names</a:t>
            </a:r>
            <a:r>
              <a:rPr lang="en-US" sz="1400" dirty="0"/>
              <a:t> ON </a:t>
            </a:r>
            <a:r>
              <a:rPr lang="en-US" sz="1400" dirty="0" err="1"/>
              <a:t>patients.province_id</a:t>
            </a:r>
            <a:r>
              <a:rPr lang="en-US" sz="1400" dirty="0"/>
              <a:t> = </a:t>
            </a:r>
            <a:r>
              <a:rPr lang="en-US" sz="1400" dirty="0" err="1"/>
              <a:t>province_names.province_id</a:t>
            </a:r>
            <a:r>
              <a:rPr lang="en-US" sz="1400" dirty="0"/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1AB454-4B5B-4E86-9ACB-068B08C2C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64" y="1091932"/>
            <a:ext cx="855020" cy="17861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520E93-2FF8-42F4-915E-2CB8FD11C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253" y="3761756"/>
            <a:ext cx="2074763" cy="226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6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5B2DAF-F7E5-48DB-8946-4584745EE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5"/>
            <a:ext cx="10515600" cy="60437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8. Show how many patients have a </a:t>
            </a:r>
            <a:r>
              <a:rPr lang="en-US" dirty="0" err="1"/>
              <a:t>birth_date</a:t>
            </a:r>
            <a:r>
              <a:rPr lang="en-US" dirty="0"/>
              <a:t> with 2010 as the birth year.</a:t>
            </a:r>
            <a:endParaRPr lang="en-US" b="0" dirty="0">
              <a:effectLst/>
            </a:endParaRPr>
          </a:p>
          <a:p>
            <a:pPr marL="0" indent="0">
              <a:buNone/>
            </a:pPr>
            <a:r>
              <a:rPr lang="en-US" sz="1400" dirty="0"/>
              <a:t>SELECT COUNT(*) AS </a:t>
            </a:r>
            <a:r>
              <a:rPr lang="en-US" sz="1400" dirty="0" err="1"/>
              <a:t>patient_count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WHERE YEAR(</a:t>
            </a:r>
            <a:r>
              <a:rPr lang="en-US" sz="1400" dirty="0" err="1"/>
              <a:t>birth_date</a:t>
            </a:r>
            <a:r>
              <a:rPr lang="en-US" sz="1400" dirty="0"/>
              <a:t>) = 2010;</a:t>
            </a:r>
          </a:p>
          <a:p>
            <a:pPr marL="0" indent="0">
              <a:buNone/>
            </a:pPr>
            <a:r>
              <a:rPr lang="en-US" dirty="0"/>
              <a:t>9. Show the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and height of the patient with the greatest height.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first_name</a:t>
            </a:r>
            <a:r>
              <a:rPr lang="en-US" sz="1400" dirty="0"/>
              <a:t>, </a:t>
            </a:r>
            <a:r>
              <a:rPr lang="en-US" sz="1400" dirty="0" err="1"/>
              <a:t>last_name</a:t>
            </a:r>
            <a:r>
              <a:rPr lang="en-US" sz="1400" dirty="0"/>
              <a:t>, height </a:t>
            </a:r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order by height desc limit 1;</a:t>
            </a:r>
          </a:p>
          <a:p>
            <a:pPr marL="0" indent="0">
              <a:buNone/>
            </a:pPr>
            <a:r>
              <a:rPr lang="en-US" dirty="0"/>
              <a:t>10. Show all columns for patients who have one of the following </a:t>
            </a:r>
            <a:r>
              <a:rPr lang="en-US" dirty="0" err="1"/>
              <a:t>patient_ids</a:t>
            </a:r>
            <a:r>
              <a:rPr lang="en-US" dirty="0"/>
              <a:t>: 1,45,534,879,1000</a:t>
            </a:r>
            <a:endParaRPr lang="en-US" sz="1400" b="0" dirty="0">
              <a:effectLst/>
            </a:endParaRPr>
          </a:p>
          <a:p>
            <a:pPr marL="0" indent="0">
              <a:buNone/>
            </a:pPr>
            <a:r>
              <a:rPr lang="en-US" sz="1400" dirty="0"/>
              <a:t>select * from patients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patient_id</a:t>
            </a:r>
            <a:r>
              <a:rPr lang="en-US" sz="1400" dirty="0"/>
              <a:t> in (1,45,534,879,1000); </a:t>
            </a:r>
            <a:br>
              <a:rPr lang="en-US" sz="1400" dirty="0"/>
            </a:br>
            <a:endParaRPr lang="en-US" sz="1400" dirty="0"/>
          </a:p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7761FB-92D5-4FB1-8C3E-B0241C79F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786" y="575967"/>
            <a:ext cx="1486029" cy="10364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F07A33-40A4-45AE-B282-70A4BEF7A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732" y="2076426"/>
            <a:ext cx="1943268" cy="8382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035366-5D83-4246-88C9-2D2A8CF185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171" y="4208929"/>
            <a:ext cx="6340389" cy="196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1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C253B-D9BA-4A43-9DAF-840C60F10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64"/>
            <a:ext cx="10515600" cy="59638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11. Show the total number of admissions</a:t>
            </a:r>
          </a:p>
          <a:p>
            <a:pPr marL="0" indent="0">
              <a:buNone/>
            </a:pPr>
            <a:r>
              <a:rPr lang="en-US" sz="1400" dirty="0"/>
              <a:t>select count(</a:t>
            </a:r>
            <a:r>
              <a:rPr lang="en-US" sz="1400" dirty="0" err="1"/>
              <a:t>patient_id</a:t>
            </a:r>
            <a:r>
              <a:rPr lang="en-US" sz="1400" dirty="0"/>
              <a:t>) as </a:t>
            </a:r>
            <a:r>
              <a:rPr lang="en-US" sz="1400" dirty="0" err="1"/>
              <a:t>Total_admission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dirty="0"/>
              <a:t>from admissions;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12. Show all the columns from admissions where the patient was admitted and discharged on the same day.</a:t>
            </a:r>
          </a:p>
          <a:p>
            <a:pPr marL="0" indent="0">
              <a:buNone/>
            </a:pPr>
            <a:r>
              <a:rPr lang="en-US" sz="1400" dirty="0"/>
              <a:t>select * from admissions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admission_date</a:t>
            </a:r>
            <a:r>
              <a:rPr lang="en-US" sz="1400" dirty="0"/>
              <a:t> = </a:t>
            </a:r>
            <a:r>
              <a:rPr lang="en-US" sz="1400" dirty="0" err="1"/>
              <a:t>discharge_date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01F87D-795D-42A0-A3EF-767AC4896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838" y="1063021"/>
            <a:ext cx="1577477" cy="1067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144CD4-58DD-49D7-A432-5D245612D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725" y="3630019"/>
            <a:ext cx="6119390" cy="285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55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D59F-F932-4488-808B-5ABA1395A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942"/>
            <a:ext cx="10515600" cy="59550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13. Show the total number of admissions for </a:t>
            </a:r>
            <a:r>
              <a:rPr lang="en-US" dirty="0" err="1"/>
              <a:t>patient_id</a:t>
            </a:r>
            <a:r>
              <a:rPr lang="en-US" dirty="0"/>
              <a:t> 579.</a:t>
            </a:r>
          </a:p>
          <a:p>
            <a:pPr marL="0" indent="0">
              <a:buNone/>
            </a:pPr>
            <a:r>
              <a:rPr lang="en-US" sz="1400" dirty="0"/>
              <a:t>select count(</a:t>
            </a:r>
            <a:r>
              <a:rPr lang="en-US" sz="1400" dirty="0" err="1"/>
              <a:t>patient_id</a:t>
            </a:r>
            <a:r>
              <a:rPr lang="en-US" sz="1400" dirty="0"/>
              <a:t>) as </a:t>
            </a:r>
            <a:r>
              <a:rPr lang="en-US" sz="1400" dirty="0" err="1"/>
              <a:t>total_admission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dirty="0"/>
              <a:t>from admissions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patient_id</a:t>
            </a:r>
            <a:r>
              <a:rPr lang="en-US" sz="1400" dirty="0"/>
              <a:t> = 579; </a:t>
            </a:r>
          </a:p>
          <a:p>
            <a:pPr marL="0" indent="0">
              <a:buNone/>
            </a:pPr>
            <a:r>
              <a:rPr lang="en-US" dirty="0"/>
              <a:t>14. Based on the cities that our patients live in, show unique cities that are in </a:t>
            </a:r>
            <a:r>
              <a:rPr lang="en-US" dirty="0" err="1"/>
              <a:t>province_id</a:t>
            </a:r>
            <a:r>
              <a:rPr lang="en-US" dirty="0"/>
              <a:t> 'NS’?</a:t>
            </a:r>
          </a:p>
          <a:p>
            <a:pPr marL="0" indent="0">
              <a:buNone/>
            </a:pPr>
            <a:r>
              <a:rPr lang="en-US" sz="1400" dirty="0"/>
              <a:t>select distinct city from patients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province_id</a:t>
            </a:r>
            <a:r>
              <a:rPr lang="en-US" sz="1400" dirty="0"/>
              <a:t> = 'NS’;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15. Write a query to find the </a:t>
            </a:r>
            <a:r>
              <a:rPr lang="en-US" dirty="0" err="1"/>
              <a:t>first_name</a:t>
            </a:r>
            <a:r>
              <a:rPr lang="en-US" dirty="0"/>
              <a:t>, last name and birth date of patients who have height more than 160 and weight more than 70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first_name</a:t>
            </a:r>
            <a:r>
              <a:rPr lang="en-US" sz="1400" dirty="0"/>
              <a:t>, </a:t>
            </a:r>
            <a:r>
              <a:rPr lang="en-US" sz="1400" dirty="0" err="1"/>
              <a:t>last_name</a:t>
            </a:r>
            <a:r>
              <a:rPr lang="en-US" sz="1400" dirty="0"/>
              <a:t>, </a:t>
            </a:r>
            <a:r>
              <a:rPr lang="en-US" sz="1400" dirty="0" err="1"/>
              <a:t>birth_date</a:t>
            </a:r>
            <a:r>
              <a:rPr lang="en-US" sz="1400" dirty="0"/>
              <a:t> from patients</a:t>
            </a:r>
          </a:p>
          <a:p>
            <a:pPr marL="0" indent="0">
              <a:buNone/>
            </a:pPr>
            <a:r>
              <a:rPr lang="en-US" sz="1400" dirty="0"/>
              <a:t>where height &gt; 160 and weight &gt; 70;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A4A14-818D-436F-A102-CB7CE545F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031" y="830649"/>
            <a:ext cx="1341236" cy="769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36048C-291C-4BD5-9AC6-1FF6FC84D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827" y="2120265"/>
            <a:ext cx="1409822" cy="989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D32247-85A2-4C38-AC95-8BC62626C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738" y="4198377"/>
            <a:ext cx="2430991" cy="258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9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0801F-F984-4D97-9B15-164B186C3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10"/>
            <a:ext cx="10515600" cy="606155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16. Show unique birth years from patients and order them by ascending.</a:t>
            </a:r>
          </a:p>
          <a:p>
            <a:pPr marL="0" indent="0">
              <a:buNone/>
            </a:pPr>
            <a:r>
              <a:rPr lang="en-US" sz="1400" dirty="0"/>
              <a:t>select distinct year(</a:t>
            </a:r>
            <a:r>
              <a:rPr lang="en-US" sz="1400" dirty="0" err="1"/>
              <a:t>birth_date</a:t>
            </a:r>
            <a:r>
              <a:rPr lang="en-US" sz="1400" dirty="0"/>
              <a:t>) as </a:t>
            </a:r>
            <a:r>
              <a:rPr lang="en-US" sz="1400" dirty="0" err="1"/>
              <a:t>birth_year</a:t>
            </a:r>
            <a:r>
              <a:rPr lang="en-US" sz="1400" dirty="0"/>
              <a:t> from patient</a:t>
            </a:r>
          </a:p>
          <a:p>
            <a:pPr marL="0" indent="0">
              <a:buNone/>
            </a:pPr>
            <a:r>
              <a:rPr lang="en-US" sz="1400" dirty="0"/>
              <a:t> order by </a:t>
            </a:r>
            <a:r>
              <a:rPr lang="en-US" sz="1400" dirty="0" err="1"/>
              <a:t>birth_year</a:t>
            </a:r>
            <a:r>
              <a:rPr lang="en-US" sz="1400" dirty="0"/>
              <a:t> </a:t>
            </a:r>
            <a:r>
              <a:rPr lang="en-US" sz="1400" dirty="0" err="1"/>
              <a:t>asc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17. Show unique first names from the patients table which only occurs once in the list.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first_name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GROUP BY </a:t>
            </a:r>
            <a:r>
              <a:rPr lang="en-US" sz="1400" dirty="0" err="1"/>
              <a:t>first_name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HAVING COUNT(*) = 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03006-966F-458E-B4C0-7DF0BC7D2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889" y="540298"/>
            <a:ext cx="1487456" cy="2060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D2559-71DA-4083-B77B-C6EC4E6E7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16" y="3358214"/>
            <a:ext cx="1432684" cy="253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2A3C8-A290-453B-9DB2-71E9AB306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654"/>
            <a:ext cx="10515600" cy="60793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18. Show </a:t>
            </a:r>
            <a:r>
              <a:rPr lang="en-US" dirty="0" err="1"/>
              <a:t>patient_id</a:t>
            </a:r>
            <a:r>
              <a:rPr lang="en-US" dirty="0"/>
              <a:t> and </a:t>
            </a:r>
            <a:r>
              <a:rPr lang="en-US" dirty="0" err="1"/>
              <a:t>first_name</a:t>
            </a:r>
            <a:r>
              <a:rPr lang="en-US" dirty="0"/>
              <a:t> from patients where their </a:t>
            </a:r>
            <a:r>
              <a:rPr lang="en-US" dirty="0" err="1"/>
              <a:t>first_name</a:t>
            </a:r>
            <a:r>
              <a:rPr lang="en-US" dirty="0"/>
              <a:t> start and ends with 's' and is at least 6 characters long.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patient_id</a:t>
            </a:r>
            <a:r>
              <a:rPr lang="en-US" sz="1400" dirty="0"/>
              <a:t>, </a:t>
            </a:r>
            <a:r>
              <a:rPr lang="en-US" sz="1400" dirty="0" err="1"/>
              <a:t>first_name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first_name</a:t>
            </a:r>
            <a:r>
              <a:rPr lang="en-US" sz="1400" dirty="0"/>
              <a:t> LIKE '</a:t>
            </a:r>
            <a:r>
              <a:rPr lang="en-US" sz="1400" dirty="0" err="1"/>
              <a:t>s%s</a:t>
            </a:r>
            <a:r>
              <a:rPr lang="en-US" sz="1400" dirty="0"/>
              <a:t>'</a:t>
            </a:r>
          </a:p>
          <a:p>
            <a:pPr marL="0" indent="0">
              <a:buNone/>
            </a:pPr>
            <a:r>
              <a:rPr lang="en-US" sz="1400" dirty="0"/>
              <a:t>  AND LENGTH(</a:t>
            </a:r>
            <a:r>
              <a:rPr lang="en-US" sz="1400" dirty="0" err="1"/>
              <a:t>first_name</a:t>
            </a:r>
            <a:r>
              <a:rPr lang="en-US" sz="1400" dirty="0"/>
              <a:t>) &gt;= 6;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19. Show </a:t>
            </a:r>
            <a:r>
              <a:rPr lang="en-US" dirty="0" err="1"/>
              <a:t>patient_id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 from patients </a:t>
            </a:r>
            <a:r>
              <a:rPr lang="en-US" dirty="0" err="1"/>
              <a:t>whos</a:t>
            </a:r>
            <a:r>
              <a:rPr lang="en-US" dirty="0"/>
              <a:t> diagnosis is 'Dementia'.   Primary diagnosis is stored in the admissions table.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1400" dirty="0"/>
              <a:t>select </a:t>
            </a:r>
            <a:r>
              <a:rPr lang="en-US" sz="1400" dirty="0" err="1"/>
              <a:t>patients.patient_id</a:t>
            </a:r>
            <a:r>
              <a:rPr lang="en-US" sz="1400" dirty="0"/>
              <a:t>, </a:t>
            </a:r>
            <a:r>
              <a:rPr lang="en-US" sz="1400" dirty="0" err="1"/>
              <a:t>patients.first_name</a:t>
            </a:r>
            <a:r>
              <a:rPr lang="en-US" sz="1400" dirty="0"/>
              <a:t>, </a:t>
            </a:r>
            <a:r>
              <a:rPr lang="en-US" sz="1400" dirty="0" err="1"/>
              <a:t>patients.last_name</a:t>
            </a:r>
            <a:r>
              <a:rPr lang="en-US" sz="1400" dirty="0"/>
              <a:t> from patients </a:t>
            </a:r>
          </a:p>
          <a:p>
            <a:pPr marL="0" indent="0">
              <a:buNone/>
            </a:pPr>
            <a:r>
              <a:rPr lang="en-US" sz="1400" dirty="0"/>
              <a:t> join admissions </a:t>
            </a:r>
          </a:p>
          <a:p>
            <a:pPr marL="0" indent="0">
              <a:buNone/>
            </a:pPr>
            <a:r>
              <a:rPr lang="en-US" sz="1400" dirty="0"/>
              <a:t> on </a:t>
            </a:r>
            <a:r>
              <a:rPr lang="en-US" sz="1400" dirty="0" err="1"/>
              <a:t>admissions.patient_id</a:t>
            </a:r>
            <a:r>
              <a:rPr lang="en-US" sz="1400" dirty="0"/>
              <a:t> = </a:t>
            </a:r>
            <a:r>
              <a:rPr lang="en-US" sz="1400" dirty="0" err="1"/>
              <a:t>patients.patient_id</a:t>
            </a:r>
            <a:r>
              <a:rPr lang="en-US" sz="1400" dirty="0"/>
              <a:t>  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admissions.diagnosis</a:t>
            </a:r>
            <a:r>
              <a:rPr lang="en-US" sz="1400" dirty="0"/>
              <a:t> = 'Dementia';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A082D-E58A-49D3-B739-32F6C34B9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78" y="432982"/>
            <a:ext cx="1615580" cy="2316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6A642F-3C7F-4192-9589-CF6B552C0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534" y="4170607"/>
            <a:ext cx="2331922" cy="18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33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9EC0A-D2C3-41B2-B52B-1A5592A9C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98"/>
            <a:ext cx="10515600" cy="6017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20. Display every patient's </a:t>
            </a:r>
            <a:r>
              <a:rPr lang="en-US" dirty="0" err="1"/>
              <a:t>first_name</a:t>
            </a:r>
            <a:r>
              <a:rPr lang="en-US" dirty="0"/>
              <a:t>. Order the list by the length of each name and then by </a:t>
            </a:r>
            <a:r>
              <a:rPr lang="en-US" dirty="0" err="1"/>
              <a:t>alphbetically</a:t>
            </a:r>
            <a:r>
              <a:rPr lang="en-US" dirty="0"/>
              <a:t>.</a:t>
            </a:r>
            <a:endParaRPr lang="en-US" b="0" dirty="0">
              <a:effectLst/>
            </a:endParaRP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first_nameFROM</a:t>
            </a:r>
            <a:r>
              <a:rPr lang="en-US" sz="1400" dirty="0"/>
              <a:t> patients</a:t>
            </a:r>
          </a:p>
          <a:p>
            <a:pPr marL="0" indent="0">
              <a:buNone/>
            </a:pPr>
            <a:r>
              <a:rPr lang="en-US" sz="1400" dirty="0"/>
              <a:t>ORDER BY LENGTH(</a:t>
            </a:r>
            <a:r>
              <a:rPr lang="en-US" sz="1400" dirty="0" err="1"/>
              <a:t>first_name</a:t>
            </a:r>
            <a:r>
              <a:rPr lang="en-US" sz="1400" dirty="0"/>
              <a:t>), </a:t>
            </a:r>
            <a:r>
              <a:rPr lang="en-US" sz="1400" dirty="0" err="1"/>
              <a:t>first_name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dirty="0"/>
              <a:t>21. Show the total amount of male patients and the total amount of female patients in the patients table. Display the two results in the same row.</a:t>
            </a:r>
          </a:p>
          <a:p>
            <a:pPr marL="0" indent="0">
              <a:buNone/>
            </a:pPr>
            <a:r>
              <a:rPr lang="en-US" sz="1400" dirty="0"/>
              <a:t>SELECT  </a:t>
            </a:r>
          </a:p>
          <a:p>
            <a:pPr marL="0" indent="0">
              <a:buNone/>
            </a:pPr>
            <a:r>
              <a:rPr lang="en-US" sz="1400" dirty="0"/>
              <a:t>SUM(CASE WHEN gender = 'M' THEN 1 ELSE 0 END) AS </a:t>
            </a:r>
            <a:r>
              <a:rPr lang="en-US" sz="1400" dirty="0" err="1"/>
              <a:t>total_male</a:t>
            </a:r>
            <a:r>
              <a:rPr lang="en-US" sz="1400" dirty="0"/>
              <a:t>,  </a:t>
            </a:r>
          </a:p>
          <a:p>
            <a:pPr marL="0" indent="0">
              <a:buNone/>
            </a:pPr>
            <a:r>
              <a:rPr lang="en-US" sz="1400" dirty="0"/>
              <a:t>SUM(CASE WHEN gender = 'F' THEN 1 ELSE 0 END) AS </a:t>
            </a:r>
            <a:r>
              <a:rPr lang="en-US" sz="1400" dirty="0" err="1"/>
              <a:t>total_female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patients;</a:t>
            </a:r>
            <a:br>
              <a:rPr lang="en-US" dirty="0"/>
            </a:br>
            <a:r>
              <a:rPr lang="en-US" dirty="0"/>
              <a:t>22. Show the total amount of male patients and the total amount of female patients in the patients table. Display the two results in the same row.</a:t>
            </a:r>
          </a:p>
          <a:p>
            <a:pPr marL="0" indent="0">
              <a:buNone/>
            </a:pPr>
            <a:r>
              <a:rPr lang="en-US" sz="1500" dirty="0"/>
              <a:t>SELECT  </a:t>
            </a:r>
          </a:p>
          <a:p>
            <a:pPr marL="0" indent="0">
              <a:buNone/>
            </a:pPr>
            <a:r>
              <a:rPr lang="en-US" sz="1500" dirty="0"/>
              <a:t>SUM(CASE WHEN gender = 'M' THEN 1 ELSE 0 END) AS </a:t>
            </a:r>
            <a:r>
              <a:rPr lang="en-US" sz="1500" dirty="0" err="1"/>
              <a:t>total_male</a:t>
            </a:r>
            <a:r>
              <a:rPr lang="en-US" sz="1500" dirty="0"/>
              <a:t>,  </a:t>
            </a:r>
          </a:p>
          <a:p>
            <a:pPr marL="0" indent="0">
              <a:buNone/>
            </a:pPr>
            <a:r>
              <a:rPr lang="en-US" sz="1500" dirty="0"/>
              <a:t>SUM(CASE WHEN gender = 'F' THEN 1 ELSE 0 END) AS </a:t>
            </a:r>
            <a:r>
              <a:rPr lang="en-US" sz="1500" dirty="0" err="1"/>
              <a:t>total_female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FROM patients;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259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D531B0-6E6C-48F5-894A-6456CF53D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38"/>
            <a:ext cx="10515600" cy="6016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23. Show </a:t>
            </a:r>
            <a:r>
              <a:rPr lang="en-US" dirty="0" err="1"/>
              <a:t>patient_id</a:t>
            </a:r>
            <a:r>
              <a:rPr lang="en-US" dirty="0"/>
              <a:t>, diagnosis from admissions. Find patients admitted multiple times for the same diagnosis.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patient_id</a:t>
            </a:r>
            <a:r>
              <a:rPr lang="en-US" sz="1400" dirty="0"/>
              <a:t>, diagnosis</a:t>
            </a:r>
          </a:p>
          <a:p>
            <a:pPr marL="0" indent="0">
              <a:buNone/>
            </a:pPr>
            <a:r>
              <a:rPr lang="en-US" sz="1400" dirty="0"/>
              <a:t>FROM admissions</a:t>
            </a:r>
          </a:p>
          <a:p>
            <a:pPr marL="0" indent="0">
              <a:buNone/>
            </a:pPr>
            <a:r>
              <a:rPr lang="en-US" sz="1400" dirty="0"/>
              <a:t>GROUP BY </a:t>
            </a:r>
            <a:r>
              <a:rPr lang="en-US" sz="1400" dirty="0" err="1"/>
              <a:t>patient_id</a:t>
            </a:r>
            <a:r>
              <a:rPr lang="en-US" sz="1400" dirty="0"/>
              <a:t>, diagnosis</a:t>
            </a:r>
          </a:p>
          <a:p>
            <a:pPr marL="0" indent="0">
              <a:buNone/>
            </a:pPr>
            <a:r>
              <a:rPr lang="en-US" sz="1400" dirty="0"/>
              <a:t>HAVING COUNT(*) &gt; 1;</a:t>
            </a:r>
          </a:p>
          <a:p>
            <a:pPr marL="0" indent="0">
              <a:buNone/>
            </a:pPr>
            <a:r>
              <a:rPr lang="en-US" dirty="0"/>
              <a:t>24. Show the city and the total number of patients in the city. Order from most to least patients and then by city name ascending.</a:t>
            </a:r>
          </a:p>
          <a:p>
            <a:pPr marL="0" indent="0">
              <a:buNone/>
            </a:pPr>
            <a:r>
              <a:rPr lang="en-US" sz="1400" dirty="0"/>
              <a:t>SELECT city, COUNT(*) AS </a:t>
            </a:r>
            <a:r>
              <a:rPr lang="en-US" sz="1400" dirty="0" err="1"/>
              <a:t>total_patients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GROUP BY city</a:t>
            </a:r>
          </a:p>
          <a:p>
            <a:pPr marL="0" indent="0">
              <a:buNone/>
            </a:pPr>
            <a:r>
              <a:rPr lang="en-US" sz="1400" dirty="0"/>
              <a:t>ORDER BY </a:t>
            </a:r>
            <a:r>
              <a:rPr lang="en-US" sz="1400" dirty="0" err="1"/>
              <a:t>total_patients</a:t>
            </a:r>
            <a:r>
              <a:rPr lang="en-US" sz="1400" dirty="0"/>
              <a:t> DESC, city ASC;</a:t>
            </a:r>
          </a:p>
          <a:p>
            <a:pPr marL="0" indent="0">
              <a:buNone/>
            </a:pPr>
            <a:r>
              <a:rPr lang="en-US" dirty="0"/>
              <a:t>25. Show first name, last name and role of every person that is either patient or doctor.    The roles are either "Patient" or "Doctor“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first_name</a:t>
            </a:r>
            <a:r>
              <a:rPr lang="en-US" sz="1400" dirty="0"/>
              <a:t>, </a:t>
            </a:r>
            <a:r>
              <a:rPr lang="en-US" sz="1400" dirty="0" err="1"/>
              <a:t>last_name</a:t>
            </a:r>
            <a:r>
              <a:rPr lang="en-US" sz="1400" dirty="0"/>
              <a:t>, 'Patient' AS role</a:t>
            </a:r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UNION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first_name</a:t>
            </a:r>
            <a:r>
              <a:rPr lang="en-US" sz="1400" dirty="0"/>
              <a:t>, </a:t>
            </a:r>
            <a:r>
              <a:rPr lang="en-US" sz="1400" dirty="0" err="1"/>
              <a:t>last_name</a:t>
            </a:r>
            <a:r>
              <a:rPr lang="en-US" sz="1400" dirty="0"/>
              <a:t>, 'Doctor' AS role</a:t>
            </a:r>
          </a:p>
          <a:p>
            <a:pPr marL="0" indent="0">
              <a:buNone/>
            </a:pPr>
            <a:r>
              <a:rPr lang="en-US" sz="1400" dirty="0"/>
              <a:t>FROM doctors;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86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6E693-59BD-45D1-A09D-807F6E9FB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452"/>
            <a:ext cx="10515600" cy="5919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26. Show all allergies ordered by popularity. Remove NULL values from query.</a:t>
            </a:r>
          </a:p>
          <a:p>
            <a:pPr marL="0" indent="0">
              <a:buNone/>
            </a:pPr>
            <a:r>
              <a:rPr lang="en-US" sz="1400" dirty="0"/>
              <a:t>SELECT allergies, COUNT(*) AS count</a:t>
            </a:r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WHERE allergies IS NOT NULL</a:t>
            </a:r>
          </a:p>
          <a:p>
            <a:pPr marL="0" indent="0">
              <a:buNone/>
            </a:pPr>
            <a:r>
              <a:rPr lang="en-US" sz="1400" dirty="0"/>
              <a:t>GROUP BY allergies</a:t>
            </a:r>
          </a:p>
          <a:p>
            <a:pPr marL="0" indent="0">
              <a:buNone/>
            </a:pPr>
            <a:r>
              <a:rPr lang="en-US" sz="1400" dirty="0"/>
              <a:t>ORDER BY count DESC;</a:t>
            </a:r>
          </a:p>
          <a:p>
            <a:pPr marL="0" indent="0">
              <a:buNone/>
            </a:pPr>
            <a:r>
              <a:rPr lang="en-US" dirty="0"/>
              <a:t>27. Show all patient's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and </a:t>
            </a:r>
            <a:r>
              <a:rPr lang="en-US" dirty="0" err="1"/>
              <a:t>birth_date</a:t>
            </a:r>
            <a:r>
              <a:rPr lang="en-US" dirty="0"/>
              <a:t> who were born in the 1970s decade. Sort the list starting from the earliest </a:t>
            </a:r>
            <a:r>
              <a:rPr lang="en-US" dirty="0" err="1"/>
              <a:t>birth_date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1500" dirty="0"/>
              <a:t>SELECT </a:t>
            </a:r>
            <a:r>
              <a:rPr lang="en-US" sz="1500" dirty="0" err="1"/>
              <a:t>first_name</a:t>
            </a:r>
            <a:r>
              <a:rPr lang="en-US" sz="1500" dirty="0"/>
              <a:t>, </a:t>
            </a:r>
            <a:r>
              <a:rPr lang="en-US" sz="1500" dirty="0" err="1"/>
              <a:t>last_name</a:t>
            </a:r>
            <a:r>
              <a:rPr lang="en-US" sz="1500" dirty="0"/>
              <a:t>, </a:t>
            </a:r>
            <a:r>
              <a:rPr lang="en-US" sz="1500" dirty="0" err="1"/>
              <a:t>birth_date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FROM patients</a:t>
            </a:r>
          </a:p>
          <a:p>
            <a:pPr marL="0" indent="0">
              <a:buNone/>
            </a:pPr>
            <a:r>
              <a:rPr lang="en-US" sz="1500" dirty="0"/>
              <a:t>WHERE YEAR(</a:t>
            </a:r>
            <a:r>
              <a:rPr lang="en-US" sz="1500" dirty="0" err="1"/>
              <a:t>birth_date</a:t>
            </a:r>
            <a:r>
              <a:rPr lang="en-US" sz="1500" dirty="0"/>
              <a:t>) BETWEEN 1970 AND 1979</a:t>
            </a:r>
          </a:p>
          <a:p>
            <a:pPr marL="0" indent="0">
              <a:buNone/>
            </a:pPr>
            <a:r>
              <a:rPr lang="en-US" sz="1500" dirty="0"/>
              <a:t>ORDER BY </a:t>
            </a:r>
            <a:r>
              <a:rPr lang="en-US" sz="1500" dirty="0" err="1"/>
              <a:t>birth_date</a:t>
            </a:r>
            <a:r>
              <a:rPr lang="en-US" sz="1500" dirty="0"/>
              <a:t> ASC;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7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19A69-DFED-40C6-AE2B-80E30EAD6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452"/>
            <a:ext cx="10515600" cy="5919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28. We want to display each patient's full name in a single column. Their </a:t>
            </a:r>
            <a:r>
              <a:rPr lang="en-US" dirty="0" err="1"/>
              <a:t>last_name</a:t>
            </a:r>
            <a:r>
              <a:rPr lang="en-US" dirty="0"/>
              <a:t> in all upper letters must appear first, then </a:t>
            </a:r>
            <a:r>
              <a:rPr lang="en-US" dirty="0" err="1"/>
              <a:t>first_name</a:t>
            </a:r>
            <a:r>
              <a:rPr lang="en-US" dirty="0"/>
              <a:t> in all lower case letters. Separate the </a:t>
            </a:r>
            <a:r>
              <a:rPr lang="en-US" dirty="0" err="1"/>
              <a:t>last_name</a:t>
            </a:r>
            <a:r>
              <a:rPr lang="en-US" dirty="0"/>
              <a:t> and </a:t>
            </a:r>
            <a:r>
              <a:rPr lang="en-US" dirty="0" err="1"/>
              <a:t>first_name</a:t>
            </a:r>
            <a:r>
              <a:rPr lang="en-US" dirty="0"/>
              <a:t> with a comma. Order the list by the </a:t>
            </a:r>
            <a:r>
              <a:rPr lang="en-US" dirty="0" err="1"/>
              <a:t>first_name</a:t>
            </a:r>
            <a:r>
              <a:rPr lang="en-US" dirty="0"/>
              <a:t> in </a:t>
            </a:r>
            <a:r>
              <a:rPr lang="en-US" dirty="0" err="1"/>
              <a:t>decending</a:t>
            </a:r>
            <a:r>
              <a:rPr lang="en-US" dirty="0"/>
              <a:t> order    EX: </a:t>
            </a:r>
            <a:r>
              <a:rPr lang="en-US" dirty="0" err="1"/>
              <a:t>SMITH,jane</a:t>
            </a:r>
            <a:endParaRPr lang="en-US" dirty="0"/>
          </a:p>
          <a:p>
            <a:pPr marL="0" indent="0">
              <a:buNone/>
            </a:pPr>
            <a:r>
              <a:rPr lang="en-US" sz="1400" dirty="0"/>
              <a:t>SELECT </a:t>
            </a:r>
          </a:p>
          <a:p>
            <a:pPr marL="0" indent="0">
              <a:buNone/>
            </a:pPr>
            <a:r>
              <a:rPr lang="en-US" sz="1400" dirty="0"/>
              <a:t>  CONCAT(UPPER(</a:t>
            </a:r>
            <a:r>
              <a:rPr lang="en-US" sz="1400" dirty="0" err="1"/>
              <a:t>last_name</a:t>
            </a:r>
            <a:r>
              <a:rPr lang="en-US" sz="1400" dirty="0"/>
              <a:t>), ',', LOWER(</a:t>
            </a:r>
            <a:r>
              <a:rPr lang="en-US" sz="1400" dirty="0" err="1"/>
              <a:t>first_name</a:t>
            </a:r>
            <a:r>
              <a:rPr lang="en-US" sz="1400" dirty="0"/>
              <a:t>)) AS </a:t>
            </a:r>
            <a:r>
              <a:rPr lang="en-US" sz="1400" dirty="0" err="1"/>
              <a:t>full_name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ORDER BY LOWER(</a:t>
            </a:r>
            <a:r>
              <a:rPr lang="en-US" sz="1400" dirty="0" err="1"/>
              <a:t>first_name</a:t>
            </a:r>
            <a:r>
              <a:rPr lang="en-US" sz="1400" dirty="0"/>
              <a:t>) DESC;</a:t>
            </a:r>
          </a:p>
          <a:p>
            <a:pPr marL="0" indent="0">
              <a:buNone/>
            </a:pPr>
            <a:r>
              <a:rPr lang="en-US" dirty="0"/>
              <a:t>29. Show the </a:t>
            </a:r>
            <a:r>
              <a:rPr lang="en-US" dirty="0" err="1"/>
              <a:t>province_id</a:t>
            </a:r>
            <a:r>
              <a:rPr lang="en-US" dirty="0"/>
              <a:t>(s), sum of height; where the total sum of its patient's height is greater than or equal to 7,000.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  <a:r>
              <a:rPr lang="en-US" sz="1400" dirty="0" err="1"/>
              <a:t>province_id</a:t>
            </a:r>
            <a:r>
              <a:rPr lang="en-US" sz="1400" dirty="0"/>
              <a:t>, SUM(height) AS </a:t>
            </a:r>
            <a:r>
              <a:rPr lang="en-US" sz="1400" dirty="0" err="1"/>
              <a:t>total_height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GROUP BY </a:t>
            </a:r>
            <a:r>
              <a:rPr lang="en-US" sz="1400" dirty="0" err="1"/>
              <a:t>province_id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HAVING SUM(height) &gt;= 7000;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99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5CC86-5EC6-4685-9A5C-E931EB843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942"/>
            <a:ext cx="10515600" cy="5955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30. Show the difference between the largest weight and smallest weight for patients with the last name 'Maroni’</a:t>
            </a:r>
          </a:p>
          <a:p>
            <a:pPr marL="0" indent="0">
              <a:buNone/>
            </a:pPr>
            <a:r>
              <a:rPr lang="en-US" sz="1400" dirty="0"/>
              <a:t>SELECT MAX(weight) - MIN(weight) AS </a:t>
            </a:r>
            <a:r>
              <a:rPr lang="en-US" sz="1400" dirty="0" err="1"/>
              <a:t>weight_difference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patients</a:t>
            </a:r>
          </a:p>
          <a:p>
            <a:pPr marL="0" indent="0">
              <a:buNone/>
            </a:pPr>
            <a:r>
              <a:rPr lang="en-US" sz="1400" dirty="0"/>
              <a:t>WHERE </a:t>
            </a:r>
            <a:r>
              <a:rPr lang="en-US" sz="1400" dirty="0" err="1"/>
              <a:t>last_name</a:t>
            </a:r>
            <a:r>
              <a:rPr lang="en-US" sz="1400" dirty="0"/>
              <a:t> = 'Maroni’;</a:t>
            </a:r>
          </a:p>
          <a:p>
            <a:pPr marL="0" indent="0">
              <a:buNone/>
            </a:pPr>
            <a:r>
              <a:rPr lang="en-US" dirty="0"/>
              <a:t>31. Show all of the days of the month (1-31) and how many </a:t>
            </a:r>
            <a:r>
              <a:rPr lang="en-US" dirty="0" err="1"/>
              <a:t>admission_dates</a:t>
            </a:r>
            <a:r>
              <a:rPr lang="en-US" dirty="0"/>
              <a:t> occurred on that day. Sort by the day with most admissions to least admissions.</a:t>
            </a:r>
          </a:p>
          <a:p>
            <a:pPr marL="0" indent="0">
              <a:buNone/>
            </a:pPr>
            <a:r>
              <a:rPr lang="en-US" sz="1400" dirty="0"/>
              <a:t>SELECT </a:t>
            </a:r>
          </a:p>
          <a:p>
            <a:pPr marL="0" indent="0">
              <a:buNone/>
            </a:pPr>
            <a:r>
              <a:rPr lang="en-US" sz="1400" dirty="0"/>
              <a:t>  DAY(</a:t>
            </a:r>
            <a:r>
              <a:rPr lang="en-US" sz="1400" dirty="0" err="1"/>
              <a:t>admission_date</a:t>
            </a:r>
            <a:r>
              <a:rPr lang="en-US" sz="1400" dirty="0"/>
              <a:t>) AS </a:t>
            </a:r>
            <a:r>
              <a:rPr lang="en-US" sz="1400" dirty="0" err="1"/>
              <a:t>day_of_month</a:t>
            </a:r>
            <a:r>
              <a:rPr lang="en-US" sz="1400" dirty="0"/>
              <a:t>,</a:t>
            </a:r>
          </a:p>
          <a:p>
            <a:pPr marL="0" indent="0">
              <a:buNone/>
            </a:pPr>
            <a:r>
              <a:rPr lang="en-US" sz="1400" dirty="0"/>
              <a:t>  COUNT(*) AS </a:t>
            </a:r>
            <a:r>
              <a:rPr lang="en-US" sz="1400" dirty="0" err="1"/>
              <a:t>admission_count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FROM admissions</a:t>
            </a:r>
          </a:p>
          <a:p>
            <a:pPr marL="0" indent="0">
              <a:buNone/>
            </a:pPr>
            <a:r>
              <a:rPr lang="en-US" sz="1400" dirty="0"/>
              <a:t>GROUP BY DAY(</a:t>
            </a:r>
            <a:r>
              <a:rPr lang="en-US" sz="1400" dirty="0" err="1"/>
              <a:t>admission_date</a:t>
            </a:r>
            <a:r>
              <a:rPr lang="en-US" sz="1400" dirty="0"/>
              <a:t>)</a:t>
            </a:r>
          </a:p>
          <a:p>
            <a:pPr marL="0" indent="0">
              <a:buNone/>
            </a:pPr>
            <a:r>
              <a:rPr lang="en-US" sz="1400" dirty="0"/>
              <a:t>ORDER BY </a:t>
            </a:r>
            <a:r>
              <a:rPr lang="en-US" sz="1400" dirty="0" err="1"/>
              <a:t>admission_count</a:t>
            </a:r>
            <a:r>
              <a:rPr lang="en-US" sz="1400" dirty="0"/>
              <a:t> DESC;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5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24326-F8EB-484D-8F08-90FFDE3F4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77"/>
            <a:ext cx="10515600" cy="616110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6000" dirty="0"/>
              <a:t>32. Show all of the patients grouped into weight groups. Show the total amount of patients in each weight group. Order the list by the weight group </a:t>
            </a:r>
            <a:r>
              <a:rPr lang="en-US" sz="6000" dirty="0" err="1"/>
              <a:t>decending</a:t>
            </a:r>
            <a:r>
              <a:rPr lang="en-US" sz="6000" dirty="0"/>
              <a:t>. e.g. if they weight 100 to 109 they are placed in the 100 weight group, 110-119 = 110 weight group, etc.</a:t>
            </a:r>
          </a:p>
          <a:p>
            <a:pPr marL="0" indent="0">
              <a:buNone/>
            </a:pPr>
            <a:r>
              <a:rPr lang="en-US" sz="3500" dirty="0"/>
              <a:t>SELECT </a:t>
            </a:r>
          </a:p>
          <a:p>
            <a:pPr marL="0" indent="0">
              <a:buNone/>
            </a:pPr>
            <a:r>
              <a:rPr lang="en-US" sz="3500" dirty="0"/>
              <a:t>  FLOOR(weight / 10) * 10 AS </a:t>
            </a:r>
            <a:r>
              <a:rPr lang="en-US" sz="3500" dirty="0" err="1"/>
              <a:t>weight_group</a:t>
            </a:r>
            <a:r>
              <a:rPr lang="en-US" sz="3500" dirty="0"/>
              <a:t>,</a:t>
            </a:r>
          </a:p>
          <a:p>
            <a:pPr marL="0" indent="0">
              <a:buNone/>
            </a:pPr>
            <a:r>
              <a:rPr lang="en-US" sz="3500" dirty="0"/>
              <a:t>  COUNT(*) AS </a:t>
            </a:r>
            <a:r>
              <a:rPr lang="en-US" sz="3500" dirty="0" err="1"/>
              <a:t>total_patients</a:t>
            </a:r>
            <a:r>
              <a:rPr lang="en-US" sz="3500" dirty="0"/>
              <a:t> FROM patients</a:t>
            </a:r>
          </a:p>
          <a:p>
            <a:pPr marL="0" indent="0">
              <a:buNone/>
            </a:pPr>
            <a:r>
              <a:rPr lang="en-US" sz="3500" dirty="0"/>
              <a:t>GROUP BY </a:t>
            </a:r>
            <a:r>
              <a:rPr lang="en-US" sz="3500" dirty="0" err="1"/>
              <a:t>weight_group</a:t>
            </a:r>
            <a:endParaRPr lang="en-US" sz="3500" dirty="0"/>
          </a:p>
          <a:p>
            <a:pPr marL="0" indent="0">
              <a:buNone/>
            </a:pPr>
            <a:r>
              <a:rPr lang="en-US" sz="3500" dirty="0"/>
              <a:t>ORDER BY </a:t>
            </a:r>
            <a:r>
              <a:rPr lang="en-US" sz="3500" dirty="0" err="1"/>
              <a:t>weight_group</a:t>
            </a:r>
            <a:r>
              <a:rPr lang="en-US" sz="3500" dirty="0"/>
              <a:t> DESC;</a:t>
            </a:r>
          </a:p>
          <a:p>
            <a:pPr marL="0" indent="0">
              <a:buNone/>
            </a:pPr>
            <a:r>
              <a:rPr lang="en-US" sz="6000" dirty="0"/>
              <a:t>33. Show </a:t>
            </a:r>
            <a:r>
              <a:rPr lang="en-US" sz="6000" dirty="0" err="1"/>
              <a:t>patient_id</a:t>
            </a:r>
            <a:r>
              <a:rPr lang="en-US" sz="6000" dirty="0"/>
              <a:t>, weight, height, </a:t>
            </a:r>
            <a:r>
              <a:rPr lang="en-US" sz="6000" dirty="0" err="1"/>
              <a:t>isObese</a:t>
            </a:r>
            <a:r>
              <a:rPr lang="en-US" sz="6000" dirty="0"/>
              <a:t> from the patients table. Display </a:t>
            </a:r>
            <a:r>
              <a:rPr lang="en-US" sz="6000" dirty="0" err="1"/>
              <a:t>isObese</a:t>
            </a:r>
            <a:r>
              <a:rPr lang="en-US" sz="6000" dirty="0"/>
              <a:t> as a </a:t>
            </a:r>
            <a:r>
              <a:rPr lang="en-US" sz="6000" dirty="0" err="1"/>
              <a:t>boolean</a:t>
            </a:r>
            <a:r>
              <a:rPr lang="en-US" sz="6000" dirty="0"/>
              <a:t> 0 or 1. Obese is defined as weight(kg)/(height(m). Weight is in units kg. Height is in units cm.</a:t>
            </a:r>
          </a:p>
          <a:p>
            <a:pPr marL="0" indent="0">
              <a:buNone/>
            </a:pPr>
            <a:r>
              <a:rPr lang="en-US" sz="3500" dirty="0"/>
              <a:t>SELECT </a:t>
            </a:r>
          </a:p>
          <a:p>
            <a:pPr marL="0" indent="0">
              <a:buNone/>
            </a:pPr>
            <a:r>
              <a:rPr lang="en-US" sz="3500" dirty="0"/>
              <a:t>  </a:t>
            </a:r>
            <a:r>
              <a:rPr lang="en-US" sz="3500" dirty="0" err="1"/>
              <a:t>patient_id,weight,height</a:t>
            </a:r>
            <a:r>
              <a:rPr lang="en-US" sz="3500" dirty="0"/>
              <a:t>,</a:t>
            </a:r>
          </a:p>
          <a:p>
            <a:pPr marL="0" indent="0">
              <a:buNone/>
            </a:pPr>
            <a:r>
              <a:rPr lang="en-US" sz="3500" dirty="0"/>
              <a:t>  CASE </a:t>
            </a:r>
          </a:p>
          <a:p>
            <a:pPr marL="0" indent="0">
              <a:buNone/>
            </a:pPr>
            <a:r>
              <a:rPr lang="en-US" sz="3500" dirty="0"/>
              <a:t>    WHEN weight / POWER(height / 100, 2) &gt;= 30 THEN 1</a:t>
            </a:r>
          </a:p>
          <a:p>
            <a:pPr marL="0" indent="0">
              <a:buNone/>
            </a:pPr>
            <a:r>
              <a:rPr lang="en-US" sz="3500" dirty="0"/>
              <a:t>    ELSE 0</a:t>
            </a:r>
          </a:p>
          <a:p>
            <a:pPr marL="0" indent="0">
              <a:buNone/>
            </a:pPr>
            <a:r>
              <a:rPr lang="en-US" sz="3500" dirty="0"/>
              <a:t>  END AS </a:t>
            </a:r>
            <a:r>
              <a:rPr lang="en-US" sz="3500" dirty="0" err="1"/>
              <a:t>isObese</a:t>
            </a:r>
            <a:r>
              <a:rPr lang="en-US" sz="3500" dirty="0"/>
              <a:t> FROM patients;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547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A6E9-C39D-43E4-80DF-7F1F62B05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064"/>
            <a:ext cx="10515600" cy="596389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300" dirty="0"/>
              <a:t>34. Show </a:t>
            </a:r>
            <a:r>
              <a:rPr lang="en-US" sz="2300" dirty="0" err="1"/>
              <a:t>patient_id</a:t>
            </a:r>
            <a:r>
              <a:rPr lang="en-US" sz="2300" dirty="0"/>
              <a:t>, </a:t>
            </a:r>
            <a:r>
              <a:rPr lang="en-US" sz="2300" dirty="0" err="1"/>
              <a:t>first_name</a:t>
            </a:r>
            <a:r>
              <a:rPr lang="en-US" sz="2300" dirty="0"/>
              <a:t>, </a:t>
            </a:r>
            <a:r>
              <a:rPr lang="en-US" sz="2300" dirty="0" err="1"/>
              <a:t>last_name</a:t>
            </a:r>
            <a:r>
              <a:rPr lang="en-US" sz="2300" dirty="0"/>
              <a:t>, and attending doctor's specialty. Show only the patients who has a diagnosis as 'Epilepsy' and the doctor's first name is 'Lisa'. Check patients, admissions, and doctors tables for required information.</a:t>
            </a:r>
          </a:p>
          <a:p>
            <a:pPr marL="0" indent="0">
              <a:buNone/>
            </a:pPr>
            <a:r>
              <a:rPr lang="en-US" sz="2300" dirty="0"/>
              <a:t>SELECT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p.patient_id,p.first_name</a:t>
            </a:r>
            <a:r>
              <a:rPr lang="en-US" dirty="0"/>
              <a:t>, </a:t>
            </a:r>
            <a:r>
              <a:rPr lang="en-US" dirty="0" err="1"/>
              <a:t>p.last_name,d.specialty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patients p</a:t>
            </a:r>
          </a:p>
          <a:p>
            <a:pPr marL="0" indent="0">
              <a:buNone/>
            </a:pPr>
            <a:r>
              <a:rPr lang="en-US" dirty="0"/>
              <a:t>JOIN admissions a ON </a:t>
            </a:r>
            <a:r>
              <a:rPr lang="en-US" dirty="0" err="1"/>
              <a:t>p.patient_id</a:t>
            </a:r>
            <a:r>
              <a:rPr lang="en-US" dirty="0"/>
              <a:t> = </a:t>
            </a:r>
            <a:r>
              <a:rPr lang="en-US" dirty="0" err="1"/>
              <a:t>a.patient_id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JOIN doctors d ON </a:t>
            </a:r>
            <a:r>
              <a:rPr lang="en-US" dirty="0" err="1"/>
              <a:t>a.doctor_id</a:t>
            </a:r>
            <a:r>
              <a:rPr lang="en-US" dirty="0"/>
              <a:t> = </a:t>
            </a:r>
            <a:r>
              <a:rPr lang="en-US" dirty="0" err="1"/>
              <a:t>d.doctor_id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a.diagnosis</a:t>
            </a:r>
            <a:r>
              <a:rPr lang="en-US" dirty="0"/>
              <a:t> = 'Epilepsy'</a:t>
            </a:r>
          </a:p>
          <a:p>
            <a:pPr marL="0" indent="0">
              <a:buNone/>
            </a:pPr>
            <a:r>
              <a:rPr lang="en-US" dirty="0"/>
              <a:t>  AND </a:t>
            </a:r>
            <a:r>
              <a:rPr lang="en-US" dirty="0" err="1"/>
              <a:t>d.first_name</a:t>
            </a:r>
            <a:r>
              <a:rPr lang="en-US" dirty="0"/>
              <a:t> = 'Lisa’;</a:t>
            </a:r>
          </a:p>
          <a:p>
            <a:pPr marL="0" indent="0">
              <a:buNone/>
            </a:pPr>
            <a:r>
              <a:rPr lang="en-US" sz="2600" dirty="0"/>
              <a:t>35. All patients who have gone through admissions, can see their medical documents on our site. Those patients are given a temporary password after their first admission. Show the </a:t>
            </a:r>
            <a:r>
              <a:rPr lang="en-US" sz="2600" dirty="0" err="1"/>
              <a:t>patient_id</a:t>
            </a:r>
            <a:r>
              <a:rPr lang="en-US" sz="2600" dirty="0"/>
              <a:t> and </a:t>
            </a:r>
            <a:r>
              <a:rPr lang="en-US" sz="2600" dirty="0" err="1"/>
              <a:t>temp_password</a:t>
            </a:r>
            <a:r>
              <a:rPr lang="en-US" sz="2600" dirty="0"/>
              <a:t>.</a:t>
            </a:r>
            <a:br>
              <a:rPr lang="en-US" sz="2600" b="0" dirty="0">
                <a:effectLst/>
              </a:rPr>
            </a:br>
            <a:r>
              <a:rPr lang="en-US" sz="2600" dirty="0"/>
              <a:t>   The password must be the following, in order:</a:t>
            </a:r>
            <a:endParaRPr lang="en-US" sz="2600" b="0" dirty="0">
              <a:effectLst/>
            </a:endParaRPr>
          </a:p>
          <a:p>
            <a:pPr marL="0" indent="0">
              <a:buNone/>
            </a:pPr>
            <a:r>
              <a:rPr lang="en-US" sz="2100" dirty="0"/>
              <a:t>    - </a:t>
            </a:r>
            <a:r>
              <a:rPr lang="en-US" sz="2100" dirty="0" err="1"/>
              <a:t>patient_id</a:t>
            </a:r>
            <a:endParaRPr lang="en-US" sz="2100" b="0" dirty="0">
              <a:effectLst/>
            </a:endParaRPr>
          </a:p>
          <a:p>
            <a:pPr marL="0" indent="0">
              <a:buNone/>
            </a:pPr>
            <a:r>
              <a:rPr lang="en-US" sz="2100" dirty="0"/>
              <a:t>    - the numerical length of patient's </a:t>
            </a:r>
            <a:r>
              <a:rPr lang="en-US" sz="2100" dirty="0" err="1"/>
              <a:t>last_name</a:t>
            </a:r>
            <a:endParaRPr lang="en-US" sz="2100" b="0" dirty="0">
              <a:effectLst/>
            </a:endParaRPr>
          </a:p>
          <a:p>
            <a:pPr marL="0" indent="0">
              <a:buNone/>
            </a:pPr>
            <a:r>
              <a:rPr lang="en-US" sz="2100" dirty="0"/>
              <a:t>    - year of patient's </a:t>
            </a:r>
            <a:r>
              <a:rPr lang="en-US" sz="2100" dirty="0" err="1"/>
              <a:t>birth_date</a:t>
            </a:r>
            <a:endParaRPr lang="en-US" sz="2100" dirty="0"/>
          </a:p>
          <a:p>
            <a:pPr marL="0" indent="0">
              <a:buNone/>
            </a:pPr>
            <a:r>
              <a:rPr lang="en-US" dirty="0"/>
              <a:t> SELECT   </a:t>
            </a:r>
            <a:r>
              <a:rPr lang="en-US" dirty="0" err="1"/>
              <a:t>p.patient_id</a:t>
            </a:r>
            <a:r>
              <a:rPr lang="en-US" dirty="0"/>
              <a:t>,  CONCAT(    </a:t>
            </a:r>
            <a:r>
              <a:rPr lang="en-US" dirty="0" err="1"/>
              <a:t>p.patient_id</a:t>
            </a:r>
            <a:r>
              <a:rPr lang="en-US" dirty="0"/>
              <a:t>,    CHAR_LENGTH(</a:t>
            </a:r>
            <a:r>
              <a:rPr lang="en-US" dirty="0" err="1"/>
              <a:t>p.last_name</a:t>
            </a:r>
            <a:r>
              <a:rPr lang="en-US" dirty="0"/>
              <a:t>),    YEAR(</a:t>
            </a:r>
            <a:r>
              <a:rPr lang="en-US" dirty="0" err="1"/>
              <a:t>p.birth_date</a:t>
            </a:r>
            <a:r>
              <a:rPr lang="en-US" dirty="0"/>
              <a:t>)  ) AS </a:t>
            </a:r>
            <a:r>
              <a:rPr lang="en-US" dirty="0" err="1"/>
              <a:t>temp_password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patients as p</a:t>
            </a:r>
          </a:p>
          <a:p>
            <a:pPr marL="0" indent="0">
              <a:buNone/>
            </a:pPr>
            <a:r>
              <a:rPr lang="en-US" dirty="0"/>
              <a:t>JOIN admissions as a ON </a:t>
            </a:r>
            <a:r>
              <a:rPr lang="en-US" dirty="0" err="1"/>
              <a:t>p.patient_id</a:t>
            </a:r>
            <a:r>
              <a:rPr lang="en-US" dirty="0"/>
              <a:t> = </a:t>
            </a:r>
            <a:r>
              <a:rPr lang="en-US" dirty="0" err="1"/>
              <a:t>a.patient_id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p.patient_id</a:t>
            </a:r>
            <a:r>
              <a:rPr lang="en-US" dirty="0"/>
              <a:t>, </a:t>
            </a:r>
            <a:r>
              <a:rPr lang="en-US" dirty="0" err="1"/>
              <a:t>p.last_name</a:t>
            </a:r>
            <a:r>
              <a:rPr lang="en-US" dirty="0"/>
              <a:t>, </a:t>
            </a:r>
            <a:r>
              <a:rPr lang="en-US" dirty="0" err="1"/>
              <a:t>p.birth_date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sz="2100" b="0" dirty="0">
              <a:effectLst/>
            </a:endParaRPr>
          </a:p>
          <a:p>
            <a:pPr marL="0" indent="0">
              <a:buNone/>
            </a:pPr>
            <a:br>
              <a:rPr lang="en-US" sz="1600" dirty="0"/>
            </a:br>
            <a:endParaRPr lang="en-US" sz="15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2284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4204</TotalTime>
  <Words>1976</Words>
  <Application>Microsoft Office PowerPoint</Application>
  <PresentationFormat>Widescreen</PresentationFormat>
  <Paragraphs>199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Trebuchet MS</vt:lpstr>
      <vt:lpstr>Wingdings</vt:lpstr>
      <vt:lpstr>Wingdings 3</vt:lpstr>
      <vt:lpstr>Facet</vt:lpstr>
      <vt:lpstr>Medical Data History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Data History</dc:title>
  <dc:creator>SHILPA</dc:creator>
  <cp:lastModifiedBy>SHILPA</cp:lastModifiedBy>
  <cp:revision>31</cp:revision>
  <dcterms:created xsi:type="dcterms:W3CDTF">2025-05-15T09:30:58Z</dcterms:created>
  <dcterms:modified xsi:type="dcterms:W3CDTF">2025-05-18T07:35:53Z</dcterms:modified>
</cp:coreProperties>
</file>